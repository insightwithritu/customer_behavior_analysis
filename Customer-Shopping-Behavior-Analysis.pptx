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orben"/>
      <p:regular r:id="rId17"/>
    </p:embeddedFont>
    <p:embeddedFont>
      <p:font typeface="Corben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Uncovering insights from 3,900 purchases to drive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84553"/>
            <a:ext cx="2096691" cy="426244"/>
          </a:xfrm>
          <a:prstGeom prst="roundRect">
            <a:avLst>
              <a:gd name="adj" fmla="val 17880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52538"/>
            <a:ext cx="18245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015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Foundation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86381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565916" y="3895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56884" y="286381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9229130" y="3895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45900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Features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93790" y="5355550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demographics &amp; location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Purchase details &amp; product categories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Shopping behavior &amp; review ratings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Subscription &amp; shipping preferences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58064"/>
            <a:ext cx="200227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733669"/>
            <a:ext cx="17148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90274"/>
            <a:ext cx="76320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2392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94259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7685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25898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dataset using pandas for initial exploration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8548" y="32392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594259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1" name="Text 9"/>
          <p:cNvSpPr/>
          <p:nvPr/>
        </p:nvSpPr>
        <p:spPr>
          <a:xfrm>
            <a:off x="7428548" y="3768566"/>
            <a:ext cx="31182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8548" y="425898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Review Rating nulls with category medians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0187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373767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548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603849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age groups and purchase frequency metrics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428548" y="50187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373767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9" name="Text 17"/>
          <p:cNvSpPr/>
          <p:nvPr/>
        </p:nvSpPr>
        <p:spPr>
          <a:xfrm>
            <a:off x="7428548" y="5548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28548" y="603849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Connected to PostgreSQL for advanced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87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 by Gender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7698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7221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212550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$68,313 total revenue generated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487698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7221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421255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$68,071 total revenue generated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4279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Nearly equal revenue contribution across genders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8740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Segmentation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80335" y="657338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81444"/>
          </a:solidFill>
          <a:ln/>
        </p:spPr>
      </p:sp>
      <p:sp>
        <p:nvSpPr>
          <p:cNvPr id="5" name="Text 2"/>
          <p:cNvSpPr/>
          <p:nvPr/>
        </p:nvSpPr>
        <p:spPr>
          <a:xfrm>
            <a:off x="2968109" y="6573388"/>
            <a:ext cx="4854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252793" y="657338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634B4"/>
          </a:solidFill>
          <a:ln/>
        </p:spPr>
      </p:sp>
      <p:sp>
        <p:nvSpPr>
          <p:cNvPr id="7" name="Text 4"/>
          <p:cNvSpPr/>
          <p:nvPr/>
        </p:nvSpPr>
        <p:spPr>
          <a:xfrm>
            <a:off x="4540568" y="6573388"/>
            <a:ext cx="10781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418064" y="657338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D77EB"/>
          </a:solidFill>
          <a:ln/>
        </p:spPr>
      </p:sp>
      <p:sp>
        <p:nvSpPr>
          <p:cNvPr id="9" name="Text 6"/>
          <p:cNvSpPr/>
          <p:nvPr/>
        </p:nvSpPr>
        <p:spPr>
          <a:xfrm>
            <a:off x="6705838" y="6573388"/>
            <a:ext cx="5840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Loyal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3298269"/>
            <a:ext cx="352686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Three Equal Segments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9638943" y="3950375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classified by purchase history: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38943" y="4880253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First-time buyers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2-5 purchases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Loyal: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5+ purchases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2706" y="544235"/>
            <a:ext cx="1353026" cy="355759"/>
          </a:xfrm>
          <a:prstGeom prst="roundRect">
            <a:avLst>
              <a:gd name="adj" fmla="val 18693"/>
            </a:avLst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411" y="642938"/>
            <a:ext cx="158234" cy="15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8703" y="603528"/>
            <a:ext cx="878324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 RATED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92706" y="969050"/>
            <a:ext cx="5592008" cy="61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Highest-Rated Products</a:t>
            </a:r>
            <a:endParaRPr lang="en-US" sz="3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06" y="1846540"/>
            <a:ext cx="1826538" cy="18265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706" y="3888938"/>
            <a:ext cx="2474000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Jewelry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92706" y="4301728"/>
            <a:ext cx="3149322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4.2 average rating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888" y="1846540"/>
            <a:ext cx="1826538" cy="18265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57888" y="3888938"/>
            <a:ext cx="2474000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Handbag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4057888" y="4301728"/>
            <a:ext cx="3149322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4.0 average rating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071" y="1846540"/>
            <a:ext cx="1826538" cy="18265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3071" y="3888938"/>
            <a:ext cx="2474000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Sunglasses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23071" y="4301728"/>
            <a:ext cx="3149322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3.9 average rating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253" y="1846540"/>
            <a:ext cx="1826657" cy="18266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88253" y="3889058"/>
            <a:ext cx="2474000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Dress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0788253" y="4301847"/>
            <a:ext cx="314944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 average rating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706" y="4943594"/>
            <a:ext cx="1826538" cy="18265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2706" y="6985992"/>
            <a:ext cx="2474000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Sneakers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692706" y="7398782"/>
            <a:ext cx="3149322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3.7 average rating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8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Subscription Impact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5956"/>
            <a:ext cx="4205168" cy="54066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9981" y="3342918"/>
            <a:ext cx="4028599" cy="2025610"/>
          </a:xfrm>
          <a:prstGeom prst="roundRect">
            <a:avLst>
              <a:gd name="adj" fmla="val 722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29501" y="3342918"/>
            <a:ext cx="121920" cy="202561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5908715" y="3600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08715" y="4181356"/>
            <a:ext cx="34225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$59.76 average spend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908715" y="4748332"/>
            <a:ext cx="34225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$116,897 total revenue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815393" y="3342918"/>
            <a:ext cx="4028718" cy="2025610"/>
          </a:xfrm>
          <a:prstGeom prst="roundRect">
            <a:avLst>
              <a:gd name="adj" fmla="val 722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913" y="3342918"/>
            <a:ext cx="121920" cy="202561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1" name="Text 8"/>
          <p:cNvSpPr/>
          <p:nvPr/>
        </p:nvSpPr>
        <p:spPr>
          <a:xfrm>
            <a:off x="10164128" y="3600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164128" y="4181356"/>
            <a:ext cx="3422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$59.65 average spend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164128" y="4748332"/>
            <a:ext cx="3422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$19,487 total revenue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559981" y="5623679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Finding: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Subscribers drive 6x more total revenue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5918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0316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Age Insights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638943" y="3683794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31-45 age group generates highest revenue at $52,341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613672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Young adults (18-30) contribute $45,820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554355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Opportunity to target mid-age demographics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095" y="669369"/>
            <a:ext cx="5429369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Power BI Dashboard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60095" y="1659850"/>
            <a:ext cx="762381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visualization bringing all insights together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095" y="2233732"/>
            <a:ext cx="434340" cy="4343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0095" y="2927985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Metrics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60095" y="3391972"/>
            <a:ext cx="762381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KPIs and trends dynamically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095" y="4147780"/>
            <a:ext cx="434340" cy="4343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0095" y="4842034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 Filters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760095" y="5306020"/>
            <a:ext cx="762381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Slice data by category, season, location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0095" y="6061829"/>
            <a:ext cx="434340" cy="4343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0095" y="6756083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Actionable Insights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760095" y="7220069"/>
            <a:ext cx="762381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patterns for strategic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17640"/>
            <a:ext cx="2433280" cy="426244"/>
          </a:xfrm>
          <a:prstGeom prst="roundRect">
            <a:avLst>
              <a:gd name="adj" fmla="val 17880"/>
            </a:avLst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24003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85624"/>
            <a:ext cx="18889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346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Strategic Next Steps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83550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817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43080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benefits to drive loyalty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83550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2014" y="3817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42014" y="43080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increase retention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97755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0604" y="603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20604" y="652224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promotions with margin control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97755"/>
            <a:ext cx="6521410" cy="9072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42014" y="603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Target Marketing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542014" y="652224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2026-01-31T10:53:22Z</dcterms:created>
  <dcterms:modified xsi:type="dcterms:W3CDTF">2026-01-31T10:53:22Z</dcterms:modified>
</cp:coreProperties>
</file>